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do multi-agent LLM systems coordinate and communicate?</a:t>
            </a:r>
          </a:p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Multi-Agent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coordination and communication of multi-agent Large Language Model (LLM) systems is a complex and multifaceted topic. Recent research has highlighted the importance of architec</a:t>
            </a:r>
          </a:p>
          <a:p>
            <a:pPr>
              <a:defRPr sz="1600"/>
            </a:pPr>
            <a:r>
              <a:t>Key Findings</a:t>
            </a:r>
          </a:p>
          <a:p>
            <a:pPr>
              <a:defRPr sz="1600"/>
            </a:pPr>
            <a:r>
              <a:t>Multi-agent LLM frameworks impose distinct architectural structures that govern how agents interact, store information, and coordinate tasks, as noted in [Understanding Multi-Agent</a:t>
            </a:r>
          </a:p>
          <a:p>
            <a:pPr>
              <a:defRPr sz="1600"/>
            </a:pPr>
            <a:r>
              <a:t>Specific techniques, such as Cayley graph optimization and interference-aware K-step reachable communication, have been proposed to improve the performance of multi-agent LLM syste</a:t>
            </a:r>
          </a:p>
          <a:p>
            <a:pPr>
              <a:defRPr sz="1600"/>
            </a:pPr>
            <a:r>
              <a:t>Points of Disagreement</a:t>
            </a:r>
          </a:p>
          <a:p>
            <a:pPr>
              <a:defRPr sz="1600"/>
            </a:pPr>
            <a:r>
              <a:t>There are some points of disagreement or tension between sources, particularly with regards to the importance of conventions and zero-shot coordination in multi-agent systems. For </a:t>
            </a:r>
          </a:p>
          <a:p>
            <a:pPr>
              <a:defRPr sz="1600"/>
            </a:pPr>
            <a:r>
              <a:t>Research Gaps</a:t>
            </a:r>
          </a:p>
          <a:p>
            <a:pPr>
              <a:defRPr sz="1600"/>
            </a:pPr>
            <a:r>
              <a:t>Despite the advances in multi-agent LLM systems, there are still significant gaps in our understanding of these systems, particularly in terms of their coordination and communicati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